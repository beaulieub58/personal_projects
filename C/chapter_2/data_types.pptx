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6" r:id="rId15"/>
    <p:sldId id="270" r:id="rId16"/>
    <p:sldId id="285" r:id="rId17"/>
    <p:sldId id="271" r:id="rId18"/>
    <p:sldId id="272" r:id="rId19"/>
    <p:sldId id="275" r:id="rId20"/>
    <p:sldId id="287" r:id="rId21"/>
    <p:sldId id="288" r:id="rId22"/>
    <p:sldId id="276" r:id="rId23"/>
    <p:sldId id="277" r:id="rId24"/>
    <p:sldId id="278" r:id="rId25"/>
    <p:sldId id="281" r:id="rId26"/>
    <p:sldId id="282" r:id="rId27"/>
    <p:sldId id="289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2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292DF-EB9B-49F6-A3D9-2AB8C56FE7A0}" type="datetimeFigureOut">
              <a:rPr lang="en-US" smtClean="0"/>
              <a:pPr/>
              <a:t>9/26/2011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97C03-2E7C-4237-8F2B-E94B17D8C4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Types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Marathon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A simple C program to convert the distance of</a:t>
            </a:r>
          </a:p>
          <a:p>
            <a:pPr>
              <a:buNone/>
            </a:pPr>
            <a:r>
              <a:rPr lang="en-US" dirty="0" smtClean="0"/>
              <a:t>a marathon in miles and yards to kilometers</a:t>
            </a:r>
          </a:p>
          <a:p>
            <a:pPr>
              <a:buNone/>
            </a:pPr>
            <a:r>
              <a:rPr lang="en-US" dirty="0" smtClean="0"/>
              <a:t> 1 mile = 1.609 km = 1760 yards</a:t>
            </a:r>
          </a:p>
          <a:p>
            <a:pPr>
              <a:buNone/>
            </a:pPr>
            <a:r>
              <a:rPr lang="en-US" dirty="0" smtClean="0"/>
              <a:t> marathon length = 26 miles and 385 yards</a:t>
            </a:r>
          </a:p>
          <a:p>
            <a:pPr>
              <a:buNone/>
            </a:pPr>
            <a:r>
              <a:rPr lang="en-US" dirty="0" smtClean="0"/>
              <a:t> Program after compilation and running will print</a:t>
            </a:r>
          </a:p>
          <a:p>
            <a:pPr>
              <a:buNone/>
            </a:pPr>
            <a:r>
              <a:rPr lang="en-US" dirty="0" smtClean="0"/>
              <a:t>A marathon is 42.185968 kilometers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/* The distance of a marathon in kilometers. */</a:t>
            </a:r>
          </a:p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main(void)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miles, yards; /* comments or */</a:t>
            </a:r>
          </a:p>
          <a:p>
            <a:pPr>
              <a:buNone/>
            </a:pPr>
            <a:r>
              <a:rPr lang="en-US" dirty="0" smtClean="0"/>
              <a:t>float kilometers; //</a:t>
            </a:r>
          </a:p>
          <a:p>
            <a:pPr>
              <a:buNone/>
            </a:pPr>
            <a:r>
              <a:rPr lang="en-US" dirty="0" smtClean="0"/>
              <a:t>miles = 26;</a:t>
            </a:r>
          </a:p>
          <a:p>
            <a:pPr>
              <a:buNone/>
            </a:pPr>
            <a:r>
              <a:rPr lang="en-US" dirty="0" smtClean="0"/>
              <a:t>yards = 385;</a:t>
            </a:r>
          </a:p>
          <a:p>
            <a:pPr>
              <a:buNone/>
            </a:pPr>
            <a:r>
              <a:rPr lang="en-US" dirty="0" smtClean="0"/>
              <a:t>kilometers = 1.609 * (miles + yards / 1760.0);</a:t>
            </a:r>
          </a:p>
          <a:p>
            <a:pPr>
              <a:buNone/>
            </a:pPr>
            <a:r>
              <a:rPr lang="pt-BR" dirty="0" smtClean="0"/>
              <a:t>printf("\n A marathon is %f kilometers.\n\n",</a:t>
            </a:r>
          </a:p>
          <a:p>
            <a:pPr>
              <a:buNone/>
            </a:pPr>
            <a:r>
              <a:rPr lang="en-US" dirty="0" smtClean="0"/>
              <a:t>kilometers);</a:t>
            </a:r>
          </a:p>
          <a:p>
            <a:pPr>
              <a:buNone/>
            </a:pPr>
            <a:r>
              <a:rPr lang="en-US" dirty="0" smtClean="0"/>
              <a:t>return 0;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Lect-08_Page_0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228600"/>
            <a:ext cx="8881129" cy="66294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Documents and Settings\u_pnaylor\Desktop\backu\bolek\courses\CIS115\lectures\Lect-08_Page_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4800" y="-228600"/>
            <a:ext cx="10058400" cy="7772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Documents and Settings\u_pnaylor\Desktop\backu\bolek\courses\CIS115\lectures\Lect-08_Page_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80963" y="-374650"/>
            <a:ext cx="10058401" cy="777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Documents and Settings\u_pnaylor\Desktop\backu\bolek\courses\CIS115\lectures\Lect-08_Page_0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542925" y="-41275"/>
            <a:ext cx="10058400" cy="777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C:\Documents and Settings\u_pnaylor\Desktop\ascii-full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167" y="304800"/>
            <a:ext cx="8975833" cy="61261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Demo_char.c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main(void)</a:t>
            </a:r>
          </a:p>
          <a:p>
            <a:r>
              <a:rPr lang="en-US" dirty="0" smtClean="0"/>
              <a:t>{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i,j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("%c\</a:t>
            </a:r>
            <a:r>
              <a:rPr lang="en-US" dirty="0" err="1" smtClean="0"/>
              <a:t>n",'a</a:t>
            </a:r>
            <a:r>
              <a:rPr lang="en-US" dirty="0" smtClean="0"/>
              <a:t>');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("The ASCII for %c is %d\n", '</a:t>
            </a:r>
            <a:r>
              <a:rPr lang="en-US" dirty="0" err="1" smtClean="0"/>
              <a:t>a','a</a:t>
            </a:r>
            <a:r>
              <a:rPr lang="en-US" dirty="0" smtClean="0"/>
              <a:t>');</a:t>
            </a:r>
          </a:p>
          <a:p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='</a:t>
            </a:r>
            <a:r>
              <a:rPr lang="en-US" dirty="0" err="1" smtClean="0"/>
              <a:t>a';i</a:t>
            </a:r>
            <a:r>
              <a:rPr lang="en-US" dirty="0" smtClean="0"/>
              <a:t>&lt;'z';++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("%c  ",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("\n");</a:t>
            </a:r>
          </a:p>
          <a:p>
            <a:r>
              <a:rPr lang="en-US" dirty="0" smtClean="0"/>
              <a:t>for(j='</a:t>
            </a:r>
            <a:r>
              <a:rPr lang="en-US" dirty="0" err="1" smtClean="0"/>
              <a:t>A';j</a:t>
            </a:r>
            <a:r>
              <a:rPr lang="en-US" dirty="0" smtClean="0"/>
              <a:t>&lt;127;++j)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("%c  </a:t>
            </a:r>
            <a:r>
              <a:rPr lang="en-US" dirty="0" smtClean="0"/>
              <a:t>",j);</a:t>
            </a:r>
            <a:endParaRPr lang="en-US" dirty="0" smtClean="0"/>
          </a:p>
          <a:p>
            <a:r>
              <a:rPr lang="en-US" dirty="0" err="1" smtClean="0"/>
              <a:t>printf</a:t>
            </a:r>
            <a:r>
              <a:rPr lang="en-US" dirty="0" smtClean="0"/>
              <a:t>("\n");</a:t>
            </a:r>
          </a:p>
          <a:p>
            <a:r>
              <a:rPr lang="en-US" dirty="0" smtClean="0"/>
              <a:t>return 0;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capitalize.c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main(void)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  c;</a:t>
            </a:r>
          </a:p>
          <a:p>
            <a:endParaRPr lang="en-US" dirty="0" smtClean="0"/>
          </a:p>
          <a:p>
            <a:r>
              <a:rPr lang="en-US" dirty="0" smtClean="0"/>
              <a:t>   while ((c = </a:t>
            </a:r>
            <a:r>
              <a:rPr lang="en-US" dirty="0" err="1" smtClean="0"/>
              <a:t>getchar</a:t>
            </a:r>
            <a:r>
              <a:rPr lang="en-US" dirty="0" smtClean="0"/>
              <a:t>()) != EOF)</a:t>
            </a:r>
          </a:p>
          <a:p>
            <a:r>
              <a:rPr lang="en-US" dirty="0" smtClean="0"/>
              <a:t>      if (c &gt;= 'a' &amp;&amp; c &lt;= 'z')</a:t>
            </a:r>
          </a:p>
          <a:p>
            <a:r>
              <a:rPr lang="en-US" dirty="0" smtClean="0"/>
              <a:t>         </a:t>
            </a:r>
            <a:r>
              <a:rPr lang="en-US" dirty="0" err="1" smtClean="0"/>
              <a:t>putchar</a:t>
            </a:r>
            <a:r>
              <a:rPr lang="en-US" dirty="0" smtClean="0"/>
              <a:t>(c + 'A' - 'a');</a:t>
            </a:r>
          </a:p>
          <a:p>
            <a:r>
              <a:rPr lang="en-US" dirty="0" smtClean="0"/>
              <a:t>      else</a:t>
            </a:r>
          </a:p>
          <a:p>
            <a:r>
              <a:rPr lang="en-US" dirty="0" smtClean="0"/>
              <a:t>         </a:t>
            </a:r>
            <a:r>
              <a:rPr lang="en-US" dirty="0" err="1" smtClean="0"/>
              <a:t>putchar</a:t>
            </a:r>
            <a:r>
              <a:rPr lang="en-US" dirty="0" smtClean="0"/>
              <a:t>(c);</a:t>
            </a:r>
          </a:p>
          <a:p>
            <a:r>
              <a:rPr lang="en-US" dirty="0" smtClean="0"/>
              <a:t>   return 0;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5" name="Picture 3" descr="C:\Documents and Settings\u_pnaylor\Desktop\backu\bolek\courses\CIS115\lectures\Lect-08_Page_0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549275" y="-503238"/>
            <a:ext cx="10058400" cy="7772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C:\Documents and Settings\u_pnaylor\Desktop\backu\bolek\courses\CIS115\lectures\Lect-08_Page_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41325" y="-473075"/>
            <a:ext cx="10058400" cy="777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C:\Documents and Settings\u_pnaylor\Desktop\backu\bolek\courses\CIS115\lectures\Lect-08_Page_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533400" y="-427038"/>
            <a:ext cx="10058400" cy="7772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Floating point types are float, double or long double</a:t>
            </a:r>
          </a:p>
          <a:p>
            <a:r>
              <a:rPr lang="en-US" dirty="0" smtClean="0"/>
              <a:t>Floating point numbers consist of a number of significant digits and an exponent</a:t>
            </a:r>
          </a:p>
          <a:p>
            <a:r>
              <a:rPr lang="en-US" dirty="0" smtClean="0"/>
              <a:t>The double and long double types use more memory but can store larger values with more significant digits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 float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00200"/>
            <a:ext cx="8874216" cy="3200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Floating point numbers have a decimal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an expression if the complier sees the number constant 2.0 it is interpreted as a float type.</a:t>
            </a:r>
          </a:p>
          <a:p>
            <a:r>
              <a:rPr lang="en-US" dirty="0" smtClean="0"/>
              <a:t>If the compiler sees 2 it is interpreted as an </a:t>
            </a:r>
            <a:r>
              <a:rPr lang="en-US" dirty="0" err="1" smtClean="0"/>
              <a:t>int</a:t>
            </a:r>
            <a:r>
              <a:rPr lang="en-US" dirty="0" smtClean="0"/>
              <a:t> type</a:t>
            </a:r>
          </a:p>
          <a:p>
            <a:r>
              <a:rPr lang="en-US" dirty="0" smtClean="0"/>
              <a:t>If you have the expression 2.0*2 the result will be 4.0 due to integral promotion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Float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double x;</a:t>
            </a:r>
          </a:p>
          <a:p>
            <a:r>
              <a:rPr lang="en-US" dirty="0"/>
              <a:t>x</a:t>
            </a:r>
            <a:r>
              <a:rPr lang="en-US" dirty="0" smtClean="0"/>
              <a:t> = 132.45123451234512345 (20 significant digits)</a:t>
            </a:r>
          </a:p>
          <a:p>
            <a:r>
              <a:rPr lang="en-US" dirty="0" smtClean="0"/>
              <a:t>Stored as</a:t>
            </a:r>
          </a:p>
          <a:p>
            <a:r>
              <a:rPr lang="en-US" dirty="0" smtClean="0"/>
              <a:t>0.123451234512351*10^3 //15 significant digits</a:t>
            </a:r>
          </a:p>
          <a:p>
            <a:r>
              <a:rPr lang="en-US" dirty="0" smtClean="0"/>
              <a:t>Demo </a:t>
            </a:r>
            <a:r>
              <a:rPr lang="en-US" dirty="0" err="1" smtClean="0"/>
              <a:t>float.c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Float.c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main(void)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float a=11111111111.0,b=11111111111.0; //11 digits long</a:t>
            </a:r>
          </a:p>
          <a:p>
            <a:r>
              <a:rPr lang="en-US" dirty="0" smtClean="0"/>
              <a:t>float c;</a:t>
            </a:r>
          </a:p>
          <a:p>
            <a:r>
              <a:rPr lang="en-US" dirty="0" smtClean="0"/>
              <a:t>c = </a:t>
            </a:r>
            <a:r>
              <a:rPr lang="en-US" dirty="0" err="1" smtClean="0"/>
              <a:t>a+b</a:t>
            </a:r>
            <a:r>
              <a:rPr lang="en-US" dirty="0" smtClean="0"/>
              <a:t>;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 a is %14.2f\</a:t>
            </a:r>
            <a:r>
              <a:rPr lang="en-US" dirty="0" err="1" smtClean="0"/>
              <a:t>n",c</a:t>
            </a:r>
            <a:r>
              <a:rPr lang="en-US" dirty="0" smtClean="0"/>
              <a:t>);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sizeof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main(void)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("The size of some fundamental types is computed.\n\n");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       char:%3d byte \n", </a:t>
            </a:r>
            <a:r>
              <a:rPr lang="en-US" dirty="0" err="1" smtClean="0"/>
              <a:t>sizeof</a:t>
            </a:r>
            <a:r>
              <a:rPr lang="en-US" dirty="0" smtClean="0"/>
              <a:t>(char));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      short:%3d bytes\n", </a:t>
            </a:r>
            <a:r>
              <a:rPr lang="en-US" dirty="0" err="1" smtClean="0"/>
              <a:t>sizeof</a:t>
            </a:r>
            <a:r>
              <a:rPr lang="en-US" dirty="0" smtClean="0"/>
              <a:t>(short));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        </a:t>
            </a:r>
            <a:r>
              <a:rPr lang="en-US" dirty="0" err="1" smtClean="0"/>
              <a:t>int</a:t>
            </a:r>
            <a:r>
              <a:rPr lang="en-US" dirty="0" smtClean="0"/>
              <a:t>:%3d bytes\n", </a:t>
            </a:r>
            <a:r>
              <a:rPr lang="en-US" dirty="0" err="1" smtClean="0"/>
              <a:t>sizeof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));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       long:%3d bytes\n", </a:t>
            </a:r>
            <a:r>
              <a:rPr lang="en-US" dirty="0" err="1" smtClean="0"/>
              <a:t>sizeof</a:t>
            </a:r>
            <a:r>
              <a:rPr lang="en-US" dirty="0" smtClean="0"/>
              <a:t>(long));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   unsigned:%3d bytes\n", </a:t>
            </a:r>
            <a:r>
              <a:rPr lang="en-US" dirty="0" err="1" smtClean="0"/>
              <a:t>sizeof</a:t>
            </a:r>
            <a:r>
              <a:rPr lang="en-US" dirty="0" smtClean="0"/>
              <a:t>(unsigned));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      float:%3d bytes\n", </a:t>
            </a:r>
            <a:r>
              <a:rPr lang="en-US" dirty="0" err="1" smtClean="0"/>
              <a:t>sizeof</a:t>
            </a:r>
            <a:r>
              <a:rPr lang="en-US" dirty="0" smtClean="0"/>
              <a:t>(float));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     double:%3d bytes\n", </a:t>
            </a:r>
            <a:r>
              <a:rPr lang="en-US" dirty="0" err="1" smtClean="0"/>
              <a:t>sizeof</a:t>
            </a:r>
            <a:r>
              <a:rPr lang="en-US" dirty="0" smtClean="0"/>
              <a:t>(double));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("long double:%3d bytes\n", </a:t>
            </a:r>
            <a:r>
              <a:rPr lang="en-US" dirty="0" err="1" smtClean="0"/>
              <a:t>sizeof</a:t>
            </a:r>
            <a:r>
              <a:rPr lang="en-US" dirty="0" smtClean="0"/>
              <a:t>(long double));</a:t>
            </a:r>
          </a:p>
          <a:p>
            <a:r>
              <a:rPr lang="en-US" dirty="0" smtClean="0"/>
              <a:t>   return 0;</a:t>
            </a:r>
          </a:p>
          <a:p>
            <a:r>
              <a:rPr lang="en-US" dirty="0" smtClean="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Documents and Settings\u_pnaylor\Desktop\backu\bolek\courses\CIS115\lectures\Lect-05_Page_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85800" y="-152400"/>
            <a:ext cx="10058400" cy="777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Documents and Settings\u_pnaylor\Desktop\backu\bolek\courses\CIS115\lectures\Lect-05_Page_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62000" y="-274638"/>
            <a:ext cx="10058400" cy="7772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Integral Promotions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an expression if the variables are of the same type the result is of the same type</a:t>
            </a:r>
          </a:p>
          <a:p>
            <a:r>
              <a:rPr lang="en-US" dirty="0" smtClean="0"/>
              <a:t>If an expression contains a mix of types the result is the larger type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Integral Promotion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 a=1,b=1,c;</a:t>
            </a:r>
          </a:p>
          <a:p>
            <a:r>
              <a:rPr lang="en-US" dirty="0" smtClean="0"/>
              <a:t>float d=1.0,x;</a:t>
            </a:r>
          </a:p>
          <a:p>
            <a:r>
              <a:rPr lang="en-US" dirty="0" smtClean="0"/>
              <a:t>double e=1.0,y;</a:t>
            </a:r>
          </a:p>
          <a:p>
            <a:r>
              <a:rPr lang="en-US" dirty="0" smtClean="0"/>
              <a:t>c=a*b // an </a:t>
            </a:r>
            <a:r>
              <a:rPr lang="en-US" dirty="0" err="1" smtClean="0"/>
              <a:t>int</a:t>
            </a:r>
            <a:r>
              <a:rPr lang="en-US" dirty="0" smtClean="0"/>
              <a:t> * </a:t>
            </a:r>
            <a:r>
              <a:rPr lang="en-US" dirty="0" err="1" smtClean="0"/>
              <a:t>int</a:t>
            </a:r>
            <a:r>
              <a:rPr lang="en-US" dirty="0" smtClean="0"/>
              <a:t> = </a:t>
            </a:r>
            <a:r>
              <a:rPr lang="en-US" dirty="0" err="1" smtClean="0"/>
              <a:t>int</a:t>
            </a:r>
            <a:endParaRPr lang="en-US" dirty="0" smtClean="0"/>
          </a:p>
          <a:p>
            <a:r>
              <a:rPr lang="en-US" dirty="0" smtClean="0"/>
              <a:t>x=a*d // </a:t>
            </a:r>
            <a:r>
              <a:rPr lang="en-US" dirty="0" err="1" smtClean="0"/>
              <a:t>int</a:t>
            </a:r>
            <a:r>
              <a:rPr lang="en-US" dirty="0" smtClean="0"/>
              <a:t> * float = float</a:t>
            </a:r>
          </a:p>
          <a:p>
            <a:r>
              <a:rPr lang="en-US" dirty="0" smtClean="0"/>
              <a:t>y=d*e //float*double = double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Casting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It is possible to specify the data type of an expression by casting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#include&lt;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main()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float a = 5.25;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b = (</a:t>
            </a:r>
            <a:r>
              <a:rPr lang="en-US" dirty="0" err="1" smtClean="0"/>
              <a:t>int</a:t>
            </a:r>
            <a:r>
              <a:rPr lang="en-US" dirty="0" smtClean="0"/>
              <a:t>)a;</a:t>
            </a:r>
          </a:p>
          <a:p>
            <a:pPr>
              <a:buNone/>
            </a:pPr>
            <a:r>
              <a:rPr lang="en-US" dirty="0" err="1" smtClean="0"/>
              <a:t>printf</a:t>
            </a:r>
            <a:r>
              <a:rPr lang="en-US" dirty="0" smtClean="0"/>
              <a:t> ("the result is %</a:t>
            </a:r>
            <a:r>
              <a:rPr lang="en-US" dirty="0" err="1" smtClean="0"/>
              <a:t>d",b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:\Documents and Settings\u_pnaylor\Desktop\backu\bolek\courses\CIS115\lectures\Lect-08_Page_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82600" y="-117475"/>
            <a:ext cx="10058400" cy="777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Systems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Constants prefaced by a 0 are octal constants</a:t>
            </a:r>
          </a:p>
          <a:p>
            <a:r>
              <a:rPr lang="en-US" dirty="0" smtClean="0"/>
              <a:t>Example: 017 is an octal number = 15 decimal</a:t>
            </a:r>
          </a:p>
          <a:p>
            <a:r>
              <a:rPr lang="en-US" dirty="0" smtClean="0"/>
              <a:t>Constants prefaced by a 0x are hex numbers</a:t>
            </a:r>
          </a:p>
          <a:p>
            <a:r>
              <a:rPr lang="en-US" dirty="0" smtClean="0"/>
              <a:t>Example: 0x1c is a hex number = 28 decimal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Octal numbers are sometimes used in escape sequences (Base 8)</a:t>
            </a:r>
          </a:p>
          <a:p>
            <a:r>
              <a:rPr lang="en-US" dirty="0" smtClean="0"/>
              <a:t>Hex numbers are used when working with memory addresses (Base 16)</a:t>
            </a:r>
          </a:p>
          <a:p>
            <a:r>
              <a:rPr lang="en-US" dirty="0" smtClean="0"/>
              <a:t>Binary numbers are how the computer physically stores data in memory (Base 2)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Documents and Settings\u_pnaylor\Desktop\backu\bolek\courses\CIS115\lectures\Lect-08_Page_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39738" y="-6350"/>
            <a:ext cx="10058401" cy="777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Decimal, hex, octal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</a:t>
            </a:r>
          </a:p>
          <a:p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main(void)</a:t>
            </a:r>
          </a:p>
          <a:p>
            <a:r>
              <a:rPr lang="en-US" dirty="0" smtClean="0"/>
              <a:t>{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("%d  %x  %o\n", 19, 19, 19);        /* 19  13  23 */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("%d  %x  %o\n", 0x1c, 0x1c, 0x1c);  /* 28  1c  34 */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("%d  %x  %o\n", 017, 017, 017);     /* 15   f  17 */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("%d\n", 11 + 0x11 + 011);           /* 37         */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("%x\n", 2097151);                   /* 1fffff     */</a:t>
            </a:r>
          </a:p>
          <a:p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 smtClean="0"/>
              <a:t>("%d\n", 0x1FfFFf);                  /* 2097151    */</a:t>
            </a:r>
          </a:p>
          <a:p>
            <a:r>
              <a:rPr lang="en-US" dirty="0" smtClean="0"/>
              <a:t>   return 0;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</TotalTime>
  <Words>812</Words>
  <Application>Microsoft Office PowerPoint</Application>
  <PresentationFormat>On-screen Show (4:3)</PresentationFormat>
  <Paragraphs>132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Data Types</vt:lpstr>
      <vt:lpstr>The Marathon Program</vt:lpstr>
      <vt:lpstr>Slide 3</vt:lpstr>
      <vt:lpstr>Slide 4</vt:lpstr>
      <vt:lpstr>Slide 5</vt:lpstr>
      <vt:lpstr>Slide 6</vt:lpstr>
      <vt:lpstr>Slide 7</vt:lpstr>
      <vt:lpstr>Slide 8</vt:lpstr>
      <vt:lpstr>Demo_char.c</vt:lpstr>
      <vt:lpstr>capitalize.c</vt:lpstr>
      <vt:lpstr>Slide 11</vt:lpstr>
      <vt:lpstr>Slide 12</vt:lpstr>
      <vt:lpstr>Slide 13</vt:lpstr>
      <vt:lpstr>Float</vt:lpstr>
      <vt:lpstr>Data type float</vt:lpstr>
      <vt:lpstr>Floating point numbers have a decimal point</vt:lpstr>
      <vt:lpstr>Float Example</vt:lpstr>
      <vt:lpstr>Float.c</vt:lpstr>
      <vt:lpstr>sizeof</vt:lpstr>
      <vt:lpstr>Slide 20</vt:lpstr>
      <vt:lpstr>Slide 21</vt:lpstr>
      <vt:lpstr>Integral Promotions</vt:lpstr>
      <vt:lpstr>Integral Promotion</vt:lpstr>
      <vt:lpstr>Casting </vt:lpstr>
      <vt:lpstr>Slide 25</vt:lpstr>
      <vt:lpstr>Number Systems </vt:lpstr>
      <vt:lpstr>Number Systems</vt:lpstr>
      <vt:lpstr>Slide 28</vt:lpstr>
      <vt:lpstr>Decimal, hex, octal demo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Types</dc:title>
  <dc:creator>Pnaylor</dc:creator>
  <cp:lastModifiedBy>u_pn2</cp:lastModifiedBy>
  <cp:revision>9</cp:revision>
  <dcterms:created xsi:type="dcterms:W3CDTF">2010-12-29T19:48:16Z</dcterms:created>
  <dcterms:modified xsi:type="dcterms:W3CDTF">2011-09-27T12:10:16Z</dcterms:modified>
</cp:coreProperties>
</file>